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One sentence: we keep one AI conversation consistent while it moves between agents, fails, and comes back. Introduce both members and their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Walk the chain left to right. The failure happens at the hand-off: the tool agent times out, a retry arrives twice, or two agents answer the same step. Nothing in the adapters themselves keeps the conversation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Three facts from distributed systems explain the design. Then the key insight: the adapters must not own the conversation; an append-only event log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Only the most relevant sources. Point out that the Idempotency-Key header draft keys a request, whereas we key the dialog slot so a retry from another adapter still collapses.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Left: the canonical envelope every adapter is decoded into. Right: the four steps. Stress that duplicates and conflicts are kept in the log as evidence; recovery decides, and explains every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Neha, then Yugraj for persistence and error handling. Each row is a real defect we measured in our own first prototype, recorded in docs/IMPLEMENTATION_NOTES.md.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The missing-message row is the important one: Threadline refuses to invent seq 5, so the dialog correctly stays incomplete. Every recovery returns the same hash when re-run on the same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for gateway, store and API; Neha for adapters and the recovery engine. The same request handler runs locally and on Vercel.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Top lane: what happens to every message as it arrives. Bottom lane: the operator's recovery, read-only over the log, so it is safe to run any number of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M1 to M5 are done and in the repository; M6 is the submission. Method: every guarantee has a named test, and fault positions are fixed so evaluators see exactly what the docs describe.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closes.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yugrajmangate-dev/A3-PS021-TC516" TargetMode="External"/><Relationship Id="rId4" Type="http://schemas.openxmlformats.org/officeDocument/2006/relationships/hyperlink" Target="https://threadline-brown.vercel.app" TargetMode="External"/><Relationship Id="rId5" Type="http://schemas.openxmlformats.org/officeDocument/2006/relationships/hyperlink" Target="https://youtu.be/4IXSzTUrEOA" TargetMode="Externa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AIORI Hackathon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October 14, 2026</a:t>
            </a:r>
          </a:p>
        </p:txBody>
      </p:sp>
      <p:pic>
        <p:nvPicPr>
          <p:cNvPr id="4" name="Picture 3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325880" cy="1289304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8640" y="297180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000DC"/>
                </a:solidFill>
                <a:latin typeface="Calibri"/>
              </a:rPr>
              <a:t>A3-PS021-TC516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840480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36E"/>
                </a:solidFill>
                <a:latin typeface="Calibri"/>
              </a:rPr>
              <a:t>Threadline: </a:t>
            </a:r>
            <a:r>
              <a:rPr sz="2400" b="0" i="0">
                <a:solidFill>
                  <a:srgbClr val="111111"/>
                </a:solidFill>
                <a:latin typeface="Calibri"/>
              </a:rPr>
              <a:t>Experimental Dialog Correlation and Recovery Across Agent Adapters (PS-021)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Yugraj Mangate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yugrajmangate@gmail.com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github.com/yugrajmangate-dev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Backend, API, SQLite persistence,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Neha Niphade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11111"/>
                </a:solidFill>
                <a:latin typeface="Calibri"/>
              </a:rPr>
              <a:t>nehapniphade@proton.me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github.com/Neha-Niphade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Adapters, correlation, recovery, tests,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Team Nexora  ·  </a:t>
            </a:r>
            <a:r>
              <a:rPr sz="1300" b="0" i="0">
                <a:solidFill>
                  <a:srgbClr val="555B6E"/>
                </a:solidFill>
                <a:latin typeface="Calibri"/>
              </a:rPr>
              <a:t>Code: github.com/yugrajmangate-dev/A3-PS021-TC516  ·  Live demo: threadline-brown.vercel.app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Abstract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Problem Description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One AI conversation crosses agents that speak different protocols, and breaks when delivery fails.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web-chat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user · WebSocket 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0008" y="2542032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060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planner-agent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LLM · HTTP + headers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07408" y="2542032"/>
            <a:ext cx="237744" cy="0"/>
          </a:xfrm>
          <a:prstGeom prst="line">
            <a:avLst/>
          </a:prstGeom>
          <a:ln w="22225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tool-agent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tools · JSON-RPC 2.0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228600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546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62828"/>
                </a:solidFill>
                <a:latin typeface="Calibri"/>
              </a:rPr>
              <a:t>Hand-off to the tool agent times out. What now?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6035040" cy="2423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36E"/>
                </a:solidFill>
                <a:latin typeface="Calibri"/>
              </a:rPr>
              <a:t>What goes wrong without correlation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Context is lost: the resumed agent does not know what was already said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A retried step produces a second assistant reply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Two agents answer the same step (split-brain)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Gaps are silently skipped; nobody can explain 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0116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Failure modes PS-021 asks us to handle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Adapter timeout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interrupted hand-off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Duplicates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redelivery &amp; retries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Out of order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seq 3 before seq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Delayed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arrives after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Lost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 sequence never arrives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60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Split-brain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two claims, one slot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Background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Background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Multi-agent systems are distributed systems: no shared clock, at-least-once delivery, retries everywhere.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Heterogeneous adapters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Chat widgets (WebSocket), LLM agents (HTTP) and tool servers (JSON-RPC 2.0, as in MCP) each carry correlation in a different place [5][6][10].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At-least-once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Retries and redelivery make duplicates normal. Exactly-once processing has to be built from idempotency keys and sequence numbers [1][2][9].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No trustworthy global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Wall clocks differ between services and retries re-stamp messages, so order must come from sequence and causation, not timestamps [3].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7F13"/>
                </a:solidFill>
                <a:latin typeface="Calibri"/>
              </a:rPr>
              <a:t>Key insight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The adapters must not own the conversation. An append-only event log does, and recovery is a deterministic replay of that log [7][8].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Literature &amp; RFC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Literature &amp; RFC Review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standards and studies we build on, and what we take from each.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3240"/>
                <a:gridCol w="3611880"/>
                <a:gridCol w="43891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establishes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Threadline applies 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RFC 9110 HTTP Semantics [1]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Idempotent methods may be retried safely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Every dialog step is safe to retry: a repeat is detected, not reprocessed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Idempotency-Key header (IETF draft) [2]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Client key deduplicates retried POSTs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Key derived from the dialog slot (conversation, seq, role, cause, kind), verified on replay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Lamport, logical clocks [3]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happened-before, not wall clocks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sequence + causation_id; timestamps never decide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W3C Trace Context [4]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Correlation ids propagated across services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Five correlation fields survive all three wire protocols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Event Sourcing [7] · Sagas [8]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State = replay of events; multi-step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Append-only SQLite log; pure replay(); resume from a safe checkpoint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Kafka KIP-98 [9]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Producer sequence numbers enable broker dedup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Sequence slots + idempotency key drop redeliveries and retries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Proposed Solution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Correlate every message, log every delivery, recover by deterministic replay.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5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4663440" cy="41605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87F13"/>
                </a:solidFill>
                <a:latin typeface="Calibri"/>
              </a:rPr>
              <a:t>Canonical envelope (every adapter)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conversation_id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stable dialog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4612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message_id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unique per 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8620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8620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sequence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position in the dialog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79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26279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causation_id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message it answers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16636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idempotency_key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hash(conv, seq, role, cause, kind)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9D2FF"/>
                </a:solidFill>
                <a:latin typeface="Calibri"/>
              </a:rPr>
              <a:t>No timestamps, no adapter names in identity</a:t>
            </a:r>
          </a:p>
        </p:txBody>
      </p:sp>
      <p:sp>
        <p:nvSpPr>
          <p:cNvPr id="20" name="Oval 19"/>
          <p:cNvSpPr/>
          <p:nvPr/>
        </p:nvSpPr>
        <p:spPr>
          <a:xfrm>
            <a:off x="5577840" y="2121408"/>
            <a:ext cx="566928" cy="56692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11679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Three protocols (WebSocket JSON, HTTP headers, JSON-RPC 2.0) decode into one envelope.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3191256"/>
            <a:ext cx="566928" cy="566928"/>
          </a:xfrm>
          <a:prstGeom prst="ellipse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081527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42900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Gateway appends every delivery to SQLite; triggers block UPDATE/DELETE on the event log.</a:t>
            </a:r>
          </a:p>
        </p:txBody>
      </p:sp>
      <p:sp>
        <p:nvSpPr>
          <p:cNvPr id="26" name="Oval 25"/>
          <p:cNvSpPr/>
          <p:nvPr/>
        </p:nvSpPr>
        <p:spPr>
          <a:xfrm>
            <a:off x="5577840" y="4261104"/>
            <a:ext cx="566928" cy="566928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51376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98848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Pure replay(): validate, dedupe, resolve conflicts, order, verify gaps. Verdict + rule + reason per event.</a:t>
            </a:r>
          </a:p>
        </p:txBody>
      </p:sp>
      <p:sp>
        <p:nvSpPr>
          <p:cNvPr id="29" name="Oval 28"/>
          <p:cNvSpPr/>
          <p:nvPr/>
        </p:nvSpPr>
        <p:spPr>
          <a:xfrm>
            <a:off x="5577840" y="5330952"/>
            <a:ext cx="566928" cy="566928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221224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Resume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568696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Continue an open hand-off from the recovered checkpoint. A gap blocks resume: never invent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From the first prototype to Threadline: what changed and why.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6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42428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206240"/>
                <a:gridCol w="46634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Before (first prototype)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(Threadline)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Idempotency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conversation:sequence:adapter, so the same step via another adapter got a new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hash(conversation, seq, role, cause, kind): retries across adapters collapse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Reported 'recovered'; the open hand-off was silently ignored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Detected, linked to the timeout signal, resumable by the target adapter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Missing messages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Never surfaced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Gaps listed, status incomplete, resume blocked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Ties broken by timestamps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Sequence order; log offset breaks ties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Causation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Pointed at the delivery event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Points at the message it answers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In-memory dict, lost on restart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Append-only SQLite log with triggers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Fault coverage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No duplicates, reordering or gaps produced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6 composable faults, 8 deterministic scenarios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 II: Measured Results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python -m threadline.bench: every scenario through run → recover → deliver → resume → recover twice.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7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8732520" cy="38679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/>
                <a:gridCol w="1417320"/>
                <a:gridCol w="1783080"/>
                <a:gridCol w="1783080"/>
                <a:gridCol w="12801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Faults injected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First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Final status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Dialog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Same hash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Happy path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timeout at seq 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(+2 resumed)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Duplicate storm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redelivery + retry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removed)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Out of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3↔2, 9↔8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reordered)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Delayed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6 in transit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Missing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5 lost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5)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ended_with_gaps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Split-brain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two claims on seq 4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Chaos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 faults combined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509760" y="1874519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0" y="1920239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8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231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scenarios idempotent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916935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2962655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465575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messages invented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3959352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4005072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450799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automated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5001768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504748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&lt; 1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5504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replay per dialog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Architecture Design (UML Diagram)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Solution Architecture &amp; Design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Components and dependencies (standard-library Python, zero third-party packages)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6596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Fault simulator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simulator.py · 6 faults, 8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55B6E"/>
                </a:solidFill>
                <a:latin typeface="Calibri"/>
              </a:rPr>
              <a:t>«adapters.py» encode / decode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585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WebChatAdapter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585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websocket-json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603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PlannerAdapter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http-agent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620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ToolAdapter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8620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json-rpc-2.0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44368" y="244602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35204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5204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Envelope rules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events.py · validate(), idempotency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5204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02152" y="35204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Gateway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service.py · normalise, validate, classify, append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0368" y="3218688"/>
            <a:ext cx="0" cy="28346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44368" y="40005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35204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35204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Event store (SQLite)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store.py · events (append-only), in_flight, recoveries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40005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9168" y="3630168"/>
            <a:ext cx="512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B6E"/>
                </a:solidFill>
                <a:latin typeface="Calibri"/>
              </a:rPr>
              <a:t>append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8920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Operator dashboard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static/ · vanilla JS, no build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8920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02152" y="48920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JSON API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server.py · 11 routes, JSON errors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8920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2672" y="48920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Recovery engine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recovery.py · pure replay(), context_hash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42832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00684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read log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059168" y="53721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944368" y="53721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30368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03520" y="45262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operator actions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61320" y="1920240"/>
            <a:ext cx="1051560" cy="39319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25328" y="1965960"/>
            <a:ext cx="941832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236E"/>
                </a:solidFill>
                <a:latin typeface="Calibri"/>
              </a:rPr>
              <a:t>Runs on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Local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python server.py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Vercel function + CDN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Verified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50 tests, bench</a:t>
            </a:r>
          </a:p>
        </p:txBody>
      </p:sp>
      <p:sp>
        <p:nvSpPr>
          <p:cNvPr id="42" name="Caption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System Architecture UML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Data Flow Diagram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Data Flow Diagram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ingest path writes evidence; the recovery path only reads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7F13"/>
                </a:solidFill>
                <a:latin typeface="Calibri"/>
              </a:rPr>
              <a:t>INGEST (every delivery)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Native payload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WS frame / HTTP / JSON-RPC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3288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Decode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adapter codec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7316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2920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Normalise + validate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derive &amp; check key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344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1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Classify live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accepted / duplicate / conflict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372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0976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91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Append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never filtered</a:t>
            </a:r>
          </a:p>
        </p:txBody>
      </p:sp>
      <p:sp>
        <p:nvSpPr>
          <p:cNvPr id="22" name="Can 21"/>
          <p:cNvSpPr/>
          <p:nvPr/>
        </p:nvSpPr>
        <p:spPr>
          <a:xfrm>
            <a:off x="9509760" y="3200400"/>
            <a:ext cx="1645920" cy="777240"/>
          </a:xfrm>
          <a:prstGeom prst="can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3364992"/>
            <a:ext cx="1645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Append-only 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2720" y="2990088"/>
            <a:ext cx="0" cy="19202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34290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RECOVERY (operator: Replay &amp; recover)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332720" y="3977639"/>
            <a:ext cx="0" cy="91441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0040" y="4069080"/>
            <a:ext cx="10012680" cy="0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0040" y="4069080"/>
            <a:ext cx="0" cy="457199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20040" y="4526279"/>
            <a:ext cx="210312" cy="0"/>
          </a:xfrm>
          <a:prstGeom prst="line">
            <a:avLst/>
          </a:prstGeom>
          <a:ln w="19050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01952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084831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7984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Deduplicate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38144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621024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Resolve conflicts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74336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57216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0368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Order by seq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10527" y="4526279"/>
            <a:ext cx="164593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693407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59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Verify gaps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46719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275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Resume point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8E3E"/>
                </a:solidFill>
                <a:latin typeface="Calibri"/>
              </a:rPr>
              <a:t>OUTPUTS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Recovered context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ordered, deduplicated dialog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Decisions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verdict + rule + reason per event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7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context_hash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same log → same hash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39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8855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Resume / block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next seq + adapter, or the gap</a:t>
            </a:r>
          </a:p>
        </p:txBody>
      </p:sp>
      <p:sp>
        <p:nvSpPr>
          <p:cNvPr id="56" name="Caption"/>
          <p:cNvSpPr txBox="1"/>
          <p:nvPr/>
        </p:nvSpPr>
        <p:spPr>
          <a:xfrm>
            <a:off x="548640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Data Flow Diagram (DFD)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Deployment Timeline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Deployment Timeline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Milestones and method: design the rules first, then prove each one with deterministic tests.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10 / 13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788920"/>
            <a:ext cx="10424160" cy="0"/>
          </a:xfrm>
          <a:prstGeom prst="line">
            <a:avLst/>
          </a:prstGeom>
          <a:ln w="38100">
            <a:solidFill>
              <a:srgbClr val="C9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156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Dialog lifecycle, envelope and recovery rules agreed as one team</a:t>
            </a:r>
          </a:p>
        </p:txBody>
      </p:sp>
      <p:sp>
        <p:nvSpPr>
          <p:cNvPr id="13" name="Oval 12"/>
          <p:cNvSpPr/>
          <p:nvPr/>
        </p:nvSpPr>
        <p:spPr>
          <a:xfrm>
            <a:off x="292608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88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Envelope, idempotency key, 3 protocol adapters</a:t>
            </a:r>
          </a:p>
        </p:txBody>
      </p:sp>
      <p:sp>
        <p:nvSpPr>
          <p:cNvPr id="18" name="Oval 17"/>
          <p:cNvSpPr/>
          <p:nvPr/>
        </p:nvSpPr>
        <p:spPr>
          <a:xfrm>
            <a:off x="480059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Persist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Gateway + append-only SQLite log (MVP, Oct 11)</a:t>
            </a:r>
          </a:p>
        </p:txBody>
      </p:sp>
      <p:sp>
        <p:nvSpPr>
          <p:cNvPr id="23" name="Oval 22"/>
          <p:cNvSpPr/>
          <p:nvPr/>
        </p:nvSpPr>
        <p:spPr>
          <a:xfrm>
            <a:off x="667511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19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replay(), fault simulator, 8 scenarios, 50 tests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Dashboard, JSON API, live on Vercel (Oct 14)</a:t>
            </a:r>
          </a:p>
        </p:txBody>
      </p:sp>
      <p:sp>
        <p:nvSpPr>
          <p:cNvPr id="33" name="Oval 32"/>
          <p:cNvSpPr/>
          <p:nvPr/>
        </p:nvSpPr>
        <p:spPr>
          <a:xfrm>
            <a:off x="10424160" y="2468879"/>
            <a:ext cx="640080" cy="640080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87F13"/>
                </a:solidFill>
                <a:latin typeface="Calibri"/>
              </a:rPr>
              <a:t>In progress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096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Submit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3096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Orientation video, slides, AIORI portal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193792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DC"/>
                </a:solidFill>
                <a:latin typeface="Calibri"/>
              </a:rPr>
              <a:t>Next  </a:t>
            </a:r>
            <a:r>
              <a:rPr sz="1500" b="0" i="0">
                <a:solidFill>
                  <a:srgbClr val="111111"/>
                </a:solidFill>
                <a:latin typeface="Calibri"/>
              </a:rPr>
              <a:t>Real connectors (WebSocket, LLM HTTP, JSON-RPC / MCP) · outbox redelivery to heal gaps · snapshots for long logs · seeded random fault campaigns · signed envelopes · PostgreSQL · distributed sequencer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11 / 13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R. Fielding, M. Nottingham, J. Reschke.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HTTP Semantics.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9110, IETF, June 2022.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[2]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J. Jena, S. Dalal.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Idempotency-Key HTTP Header Field.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Internet-Draft draft-ietf-httpapi-idempotency-key-header, IETF (work in progress).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[3]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L. Lamport.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Time, Clocks, and the Ordering of Events in a Distributed System.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Communications of the ACM 21.7 (1978), pp. 558–565.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[4]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Trace Context.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 Recommendation, 2021.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[5]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JSON-RPC Working Group.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JSON-RPC 2.0 Specification.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2010 (rev. 2013).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12 / 13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[6]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I. Fette, A. Melnikov.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WebSocket Protocol.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6455, IETF, December 2011.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[7]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M. Fowler.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Event Sourcing.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martinfowler.com, 2005.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[8]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H. Garcia-Molina, K. Salem.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Sagas.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Proc. ACM SIGMOD (1987), pp. 249–259.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[9]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Apache Kafka.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KIP-98: Exactly Once Delivery and Transactional Messaging.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2017.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[10]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 Context Protocol.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Specification (JSON-RPC 2.0 based).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modelcontextprotocol.io.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14400"/>
            <a:ext cx="1143000" cy="111556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23317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000DC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555B6E"/>
                </a:solidFill>
                <a:latin typeface="Calibri"/>
              </a:rPr>
              <a:t>Questions welcome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Code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3"/>
              </a:rPr>
              <a:t>github.com/yugrajmangate-dev/A3-PS021-TC516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Live demo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4"/>
              </a:rPr>
              <a:t>threadline-brown.vercel.app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7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Orientation video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5"/>
              </a:rPr>
              <a:t>youtu.be/4IXSzTUrEOA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3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5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Run locally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</a:rPr>
              <a:t>python server.py  →  localhost:8080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Threadline: AIORI-3 PS-021 (A3-PS021-TC516)</dc:title>
  <dc:subject/>
  <dc:creator>Yugraj Mangate, Neha Niphade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